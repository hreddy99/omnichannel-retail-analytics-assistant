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0:00–0:45. Hook: 'When digital conversion drops, a retail leader asks one question — why? Answering it today means pinging five teams and waiting two days. I built an AI analyst that answers it in seconds — but, crucially, only from governed, certified data, and it never guesses.' State your name, that this is a working prototype you'll demo live. Set expectations: 20 minutes, ~7 of it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0:45–2:30. Make it concrete and personal to retail. The pain is twofold: (1) SPEED — cross-domain questions are slow because the data is siloed; (2) TRUST — the fast AI tools on the market are ungoverned: they invent definitions, run arbitrary SQL, and claim causation. Land the last line hard: in an enterprise, an authoritative wrong answer is a liability. That tension — fast AND trustworthy — is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2:30–3:45. These are the personas in my catalog — each maps to a specialized analyst agent and an owner. The key design idea: every role asks its own question in plain English, but they all resolve against the SAME certified metric definitions. No more 'my conversion number doesn't match yours.' That consistency is a governance feature, not an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3:45–5:30. This is the 'what' before the 'how.' Emphasize the answer is never just a number — it's answer + evidence + definition + confidence + caveat + owner action. That package is what makes it enterprise-grade. Mention the three modes briefly (you'll demo two). Close on feasibility: the plan claimed a free, local, read-only MVP runnable on a personal PC — this prototype proves it end to end. That matters for a capstone: it actually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5:30–7:30. Walk top-to-bottom. Stress the architectural principle: the LLM is deliberately on a short leash — it only phrases the final sentence; all facts come from governed SQL over certified metrics. If Ollama isn't running, a deterministic fallback writes the prose, so the demo never depends on a model download. The medallion framing shows I aligned to a real enterprise data platform, not a toy script. Point at the YAML catalog as 'source of truth' — that one decision drives the whole trust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7:30–9:00. This is the heart of a CMU-grade project — responsible AI made concrete. Hit each as an ENFORCED control: the guardrail isn't advice to the model, it's a validator that refuses the query. Causality labeling is the intellectually honest move — with observational data you cannot prove cause, so the system is explicit about it. Human-in-the-loop + read-only means it's safe to deploy in a governed enterprise. Tell them you'll SHOW the guardrail refuse a write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9:00–11:00. Justify the multi-agent design as an engineering decision with trade-offs — examiners reward this. WHY multi-agent: the problem is genuinely parallel and specialized. WHEN NOT: narrow questions take a single analyst; the ToT gate decides. Mention the 0–14 Critic rubric (metric validated, approved graph path, SQL safety, evidence strength, freshness, business relevance, caveats) — that's how a hypothesis earns 'likely driver.' Name the trade-offs you accepted (coordination overhead, complexity, non-determinism) and how you bounded each (thread pool + timeout, one shared contract, deterministic re-sort).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11:00–18:00 (your 7-minute centerpiece — see DEMO_TALKING_POINTS.md for the click-by-click script). Keep the app already running before you start (python tools.py run). Narrate intent, not mechanics: say what a user wants, then show the system earn the answer. Order: (1) run the conversion investigation; while the live trace streams, narrate the governed steps; land on the Business answer, then the Evidence chart, then the owner actions + human-review banner. (2) Show the read-only guardrail refusing a write — this always gets a reaction. (3) Run one Executive briefing to show the cross-functional ranking. If anything is slow, talk over it — you have the trace to point at. Have a backup screenshot/GIF in case the laptop misbehaves on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18:00–19:00. Evaluation is where capstones win or lose. Two layers: (1) the data has a KNOWN ground truth because I seeded it, so I can assert the system finds the right drivers; (2) automated checks gate the whole thing — data validity, guardrail enforcement, and question-routing accuracy. Everything is reproducible from a fixed seed, which is exactly what makes an AI system auditable. Mention 0 render exceptions across all pages as a quality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19:00–19:40. Show you made choices like an engineer and you know the limits. Frame each trade-off as deliberate with a clear rationale, then own the limitations without prompting — examiners trust a presenter who names their own weaknesses. The honesty here pairs with the causality-labeling slide: this is a system that knows what it doesn't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19:40–20:00. Bring it home to the opening promise: fast AND trustworthy. State the one big lesson crisply — 'the hard part of agentic AI isn't generating answers, it's governing, evaluating, and observing them.' Give a credible roadmap that shows the architecture extends to production (swap synthetic for real tables behind the same catalog). Then thank them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Likely questions + crisp answers: (1) 'How do you know the drivers are real?' — seeded ground truth + the Critic's evidence rubric; I label likelihood, not proof. (2) 'Why not just GPT-4 over the warehouse?' — governance: certified definitions, read-only validator, audit trail; an ungoverned LLM can't give consistent, safe answers. (3) 'Is it production-ready?' — the governance architecture is; swap synthetic data for real tables behind the same catalog. (4) 'Why multi-agent?' — parallel, specialized, cross-domain; single-domain questions use one analyst. Keep answers to 20–30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914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Omnichannel Retail Analytics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0" i="0">
                <a:solidFill>
                  <a:srgbClr val="F1F5F9"/>
                </a:solidFill>
                <a:latin typeface="Segoe UI"/>
              </a:rPr>
              <a:t>A governed, multi-agent AI analyst that explains business performance —</a:t>
            </a:r>
          </a:p>
          <a:p>
            <a:pPr>
              <a:spcAft>
                <a:spcPts val="800"/>
              </a:spcAft>
            </a:pPr>
            <a:r>
              <a:rPr sz="2200" b="0" i="0">
                <a:solidFill>
                  <a:srgbClr val="F1F5F9"/>
                </a:solidFill>
                <a:latin typeface="Segoe UI"/>
              </a:rPr>
              <a:t>grounded in certified metrics, read-only, and free to run locally.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Final Capstone Presentation  ·  Carnegie Mellon University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Presented by Sreddy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Cross-functional 'why' questions are slow, and BI tools guess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A KPI moves — conversion, revenue, returns — and the answer spans many teams at once: marketing, merchandising, fulfillment, digital, service, finance, vendors.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Today: analysts hand-pull data from each silo; it takes days and answers conflict.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Generic 'chat-with-your-data' tools are fast but ungoverned — they hallucinate metric definitions, query whatever they want, and assert causation from correlation.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In retail, a confidently wrong answer routed to the wrong team is worse than a slow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Built around real retail roles and the questions they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Leadership / Analytics — 'Why did digital conversion drop yesterday vs the prior week?'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Marketing — 'Did paid-social traffic convert below baseline?'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Merchandising — 'Which categories are stocking out? Which vendor do we alert?'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Fulfillment — 'Where are delivery delays worst, and is it driving cancellations?'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Customer Service &amp; Finance — 'Did contacts spike? Why doesn't net revenue match gross?'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One assistant, one governed source of truth — every team gets a consistent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A governed multi-agent analyst — answer + evidence + owner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Ask in natural language → the system retrieves CERTIFIED definitions, runs read-only queries, reasons across domains, and returns a grounded answer.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Every answer ships with: the evidence (the actual numbers + chart), the certified definition used, a confidence label, caveats, and an owner-routed next action.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Three answer modes: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Flagship investigation — 'why did conversion drop?' fans out a 7-analyst team.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Direct analytics &amp; themed reviews — 15 + 12 governed questions across all domains.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Executive briefing — ranks the biggest cross-functional issues and routes each to an owner.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100% free &amp; local: synthetic data, local models, no paid APIs, nothing leaves the laptop.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Governed knowledge + a multi-agent reasoning loop on a modern data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Data platform (medallion): synthetic Bronze → Silver fact/dim tables → Gold certified metrics, queried read-only in DuckDB (18 governed tables).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Governed knowledge layer — the source of truth: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YAML catalog: metrics, tables, drivers, guardrails, owners (versioned + hashed).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ChromaDB vector index for retrieval; NetworkX graph for metric→driver→table→owner.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Reasoning layer: a LangGraph workflow orchestrates a team of specialized agents with a Critic, beam search, and a human-review gate.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Presentation: a Streamlit app with four trust levels (answer → evidence → trust → audit).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Optional local LLM (Ollama) only DRAFTS prose — it never invents numbers or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TRUST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Governance is enforced in code, not promised in 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Read-only guardrail: a SQL validator allows only SELECT/WITH over APPROVED tables — any write or unapproved table is blocked before execution.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Certified definitions only: metrics resolve from the versioned YAML catalog; retrieved context is validated against it before use.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Causality is LABELED, never asserted — 'likely driver' / 'possible contributor', not 'caused'.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Human-in-the-loop: every recommendation routes to an owner for review; no system is ever modified automatically.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Full observability: catalog version + content hash, freshness gate, and a step-by-step audit log behind every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MULTI-AGENT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Why a team of agents — and when NOT to use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A conversion drop can have several simultaneous causes across domains — so the Orchestrator dispatches 7 specialized analysts IN PARALLEL (one read-only query each).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Pipeline: classify → retrieve → validate → graph-relate → baseline → ToT gate → dispatch team → Critic scores each (0–14 rubric) → beam search → evidence gate → human review → synthesize.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The Critic prunes ungoverned hypotheses; beam search keeps the strongest drivers; corroborating signals (service/finance/vendor) are reported separately, not as causes.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Deliberate, not multi-agent for its own sake: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Used only when the question is cross-domain; a narrow question uses one analyst.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A failing/slow agent is isolated and excluded — it degrades gracefully, never sinks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C41230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Seeing it run on a seeded 'bad day'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1.  Flagship: 'Why did digital conversion drop yesterday?' — watch the team dispatch, the live trace, drivers + evidence chart, and the owner-routed actions.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2.  Guardrail: ask it to 'update the paid-social budget' — it refuses (read-only).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F1F5F9"/>
                </a:solidFill>
                <a:latin typeface="Segoe UI"/>
              </a:rPr>
              <a:t>3.  Executive briefing: the multi-agent path ranks the biggest cross-functional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Evaluation: reproducible, validated, and exception-free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Seeded 'bad day': a fixed-seed synthetic world with a coherent, known story — conversion down ~23% driven by paid-social shift, stockouts, regional delays, a funnel dip.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Automated validation: 15 data/guardrail/routing checks all pass — the seeded signals are present, writes are blocked, and every question routes to the right path.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Coverage: 1 flagship investigation + 3 executive briefings + 15 analytics + 12 themed reviews — all run with real numbers and a matching chart; UI renders with 0 exceptions.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Reproducible by design: same seed → same evidence, so results are inspectable and gradeable.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ENGINEERING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Key decisions &amp; honest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Free/local stack (DuckDB, ChromaDB, optional Ollama) — zero cost and private, at the price of synthetic data and smaller models. Right call for a governed prototype.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LLM drafts prose only — gives natural language without risking hallucinated facts.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Synthetic data — lets me seed a known story and avoid PII, but magnitudes are illustrative.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Bounded reasoning — query budget, beam width, and depth cap cost and keep latency predictable.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Limitations I'm explicit about: observational data (no proven causation), single-day scenario, and a catalog scoped to the demo domains.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41230"/>
                </a:solidFill>
                <a:latin typeface="Segoe UI"/>
              </a:rPr>
              <a:t>IMPACT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Segoe UI"/>
              </a:rPr>
              <a:t>From a 2-day fire drill to a governed answer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Impact: collapses a cross-team investigation into one grounded, owner-routed answer — fast AND trustworthy, the tension we started with.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1E293B"/>
                </a:solidFill>
                <a:latin typeface="Segoe UI"/>
              </a:rPr>
              <a:t>•  What I learned: governance is an architecture problem, not a prompt; the hard part of agentic AI is restraint, evaluation, and observability — not generating text.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E293B"/>
                </a:solidFill>
                <a:latin typeface="Segoe UI"/>
              </a:rPr>
              <a:t>•  Next steps: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Connect to real warehouse tables behind the same YAML governance layer.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Add multi-day trends and statistical attribution to strengthen causal claims.</a:t>
            </a:r>
          </a:p>
          <a:p>
            <a:pPr lvl="1">
              <a:spcAft>
                <a:spcPts val="5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–  Expand the analyst roster and let owners action recommendations through approval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Omnichannel Retail Analytics Assistant  ·  CMU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47556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 i="0">
                <a:solidFill>
                  <a:srgbClr val="F1F5F9"/>
                </a:solidFill>
                <a:latin typeface="Segoe UI"/>
              </a:rPr>
              <a:t>Questions?</a:t>
            </a:r>
          </a:p>
          <a:p>
            <a:pPr>
              <a:spcAft>
                <a:spcPts val="800"/>
              </a:spcAft>
            </a:pPr>
            <a:r>
              <a:rPr sz="1600" b="0" i="1">
                <a:solidFill>
                  <a:srgbClr val="F1F5F9"/>
                </a:solidFill>
                <a:latin typeface="Segoe UI"/>
              </a:rPr>
              <a:t>Governed, multi-agent, read-only, free to run locally — and it actually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