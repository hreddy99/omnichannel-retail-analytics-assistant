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0:00–0:35. Say the 9-second pitch verbatim, then read the 4-part agenda in one line so they know the shape: pitch, architecture + concepts, demo, code walkthrough. Move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0:35–2:35 (~2 min). This is the 'architecture + concepts' segment. Walk the loop left-to-right ONCE, then point at the bracketed concept tags — that's you naming the program vocabulary out loud: governance/semantic layer, RAG, knowledge graph, multi-agent, Tree-of-Thoughts/beam, LLM grounding, responsible AI. The ONE principle to land: facts come from governed SQL over certified metrics; the LLM only phrases them. You'll prove each of these in the code walkthrough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2:35–5:00 (~2.5 min). App already running and WARMED UP. (1) Run the conversion investigation; narrate the governed steps as the trace streams; land on Business answer → Evidence chart → owner actions + 🔴 human-review banner. (2) Type a write request → it refuses (fast, always lands). (3) Run one briefing. If time is tight, do #1 and #2 only. Keep a backup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5:00–7:30 (~2.5 min). Switch to your editor (VS Code). Open these SIX files in THIS order and say ONE sentence each (see the 'Code walkthrough — fast script' in CAPSTONE_SUBMISSION.md). Goal: show you understand the concepts, not read code line-by-line. The closer: in tot_skill.py point at ungoverned_branch() being pruned automatically — 'governance isn't a prompt, it's enforced.' If short on time, do metrics.yaml → sql_skill → graph.py → tot_skill (the 4 that best show understanding). Keep the files pre-opened as tabs so you don't fumble.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7:30–8:00. Tie back to the opening promise (fast AND trustworthy) and deliver the one-sentence lesson. Drop the evaluation numbers as proof in one breath. One line on the production path, then thank them and open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91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Omnichannel Retail Analytics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100" b="0" i="0">
                <a:solidFill>
                  <a:srgbClr val="F1F5F9"/>
                </a:solidFill>
                <a:latin typeface="Segoe UI"/>
              </a:rPr>
              <a:t>A governed AI analyst that tells retail leaders why a KPI moved —</a:t>
            </a:r>
          </a:p>
          <a:p>
            <a:pPr>
              <a:spcAft>
                <a:spcPts val="800"/>
              </a:spcAft>
            </a:pPr>
            <a:r>
              <a:rPr sz="2100" b="0" i="0">
                <a:solidFill>
                  <a:srgbClr val="F1F5F9"/>
                </a:solidFill>
                <a:latin typeface="Segoe UI"/>
              </a:rPr>
              <a:t>across every team, in seconds, using only certified data. It never guesses.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Today (8 min):  1) the pitch   2) architecture &amp; concepts   3) live demo   4) a quick code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4A3B8"/>
                </a:solidFill>
                <a:latin typeface="Segoe UI"/>
              </a:rPr>
              <a:t>Final Capstone  ·  Carnegie Mellon University  ·  Sreddy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PART 2 · ARCHITECTURE &amp; THE CONCEPTS I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900" b="1" i="0">
                <a:solidFill>
                  <a:srgbClr val="1E293B"/>
                </a:solidFill>
                <a:latin typeface="Segoe UI"/>
              </a:rPr>
              <a:t>Governed knowledge + a multi-agent reasoning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Source of truth — a versioned, hashed YAML catalog of certified metrics, approved tables, drivers, and guardrails.   [data governance / semantic layer]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The loop (LangGraph state machine):   classify → retrieve → validate → relate → baseline → dispatch team → critic + beam → human review → answer.   [agent orchestration / ReAct]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retrieve = RAG over a ChromaDB vector index;  relate = a NetworkX knowledge graph (metric → driver → table → owner).   [RAG + embeddings · knowledge graph]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dispatch = 7 specialized analysts run in parallel;  the Critic scores each on a 0–14 rubric and beam search keeps the strongest.   [multi-agent systems · Tree-of-Thoughts + beam]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1E293B"/>
                </a:solidFill>
                <a:latin typeface="Segoe UI"/>
              </a:rPr>
              <a:t>•  The LLM only DRAFTS the prose — every number comes from governed SQL.   [LLM grounding]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Read-only · causality labeled (not asserted) · human-in-the-loop · full audit trail.   [responsible AI / governance]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91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F87171"/>
                </a:solidFill>
                <a:latin typeface="Segoe UI"/>
              </a:rPr>
              <a:t>PART 3 · LIVE DEMO (~2.5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Seeing it run on a seeded 'bad day'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F1F5F9"/>
                </a:solidFill>
                <a:latin typeface="Segoe UI"/>
              </a:rPr>
              <a:t>1.  'Why did conversion drop yesterday?' → team dispatch + live trace → drivers &amp; evidence chart → owner actions + the human-review banner.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F1F5F9"/>
                </a:solidFill>
                <a:latin typeface="Segoe UI"/>
              </a:rPr>
              <a:t>2.  'Update the paid-social budget' → the read-only guardrail refuses.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F1F5F9"/>
                </a:solidFill>
                <a:latin typeface="Segoe UI"/>
              </a:rPr>
              <a:t>3.  An executive briefing → the multi-agent path ranks the biggest cross-functional issues.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PART 4 · QUICK CODE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900" b="1" i="0">
                <a:solidFill>
                  <a:srgbClr val="1E293B"/>
                </a:solidFill>
                <a:latin typeface="Segoe UI"/>
              </a:rPr>
              <a:t>Six files — each is one concept,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catalog/metrics.yaml — the certified definitions everything resolves to.   [governance / source of truth]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skills/sql_skill.py · check_sql() — only read-only SELECTs over approved tables run.   [guardrails]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skills/retrieval_skill.py · retrieve() — top-k vector lookup + a staleness/sync gate.   [RAG]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workflows/graph.py · build_workflow() + classify_intent() — the LangGraph loop &amp; routing.   [orchestration]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agents/team.py · dispatch() — 7 analysts in parallel; a failure is isolated.   [multi-agent]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skills/tot_skill.py · score_branch() + ungoverned_branch() — the 0–14 rubric prunes the ungoverned 'maybe prices rose' idea automatically.   [ToT/beam + responsible AI]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C41230"/>
                </a:solidFill>
                <a:latin typeface="Segoe UI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900" b="1" i="0">
                <a:solidFill>
                  <a:srgbClr val="1E293B"/>
                </a:solidFill>
                <a:latin typeface="Segoe UI"/>
              </a:rPr>
              <a:t>From a 2-day fire drill to a governed answer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Fast AND trustworthy — the tension I opened with, resolved.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1E293B"/>
                </a:solidFill>
                <a:latin typeface="Segoe UI"/>
              </a:rPr>
              <a:t>•  The lesson: the hard part of agentic AI isn't generating answers — it's governing, evaluating, and observing them.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Proven &amp; reproducible: seeded ground truth, 15 validation checks, 25 tests, 0 UI exceptions — and 100% free/local.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1E293B"/>
                </a:solidFill>
                <a:latin typeface="Segoe UI"/>
              </a:rPr>
              <a:t>•  Extends to production: swap synthetic data for real tables behind the same catalog. Thank you —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475569"/>
                </a:solidFill>
                <a:latin typeface="Segoe UI"/>
              </a:rPr>
              <a:t>Omnichannel Retail Analytics Assistant  ·  CMU Capstone  ·  8-min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 i="0">
                <a:solidFill>
                  <a:srgbClr val="475569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